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FD7740-9773-4E76-9646-FA39F310B838}" v="36" dt="2026-06-09T14:07:52.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jit venkat" userId="3b42ed0cdd1fa0e7" providerId="LiveId" clId="{B7249EE6-1960-4166-91F2-E54C12438BAB}"/>
    <pc:docChg chg="undo custSel addSld delSld modSld">
      <pc:chgData name="ajit venkat" userId="3b42ed0cdd1fa0e7" providerId="LiveId" clId="{B7249EE6-1960-4166-91F2-E54C12438BAB}" dt="2026-06-09T14:17:33.808" v="3404" actId="20577"/>
      <pc:docMkLst>
        <pc:docMk/>
      </pc:docMkLst>
      <pc:sldChg chg="modSp new mod">
        <pc:chgData name="ajit venkat" userId="3b42ed0cdd1fa0e7" providerId="LiveId" clId="{B7249EE6-1960-4166-91F2-E54C12438BAB}" dt="2026-05-31T08:58:50.051" v="1586" actId="20577"/>
        <pc:sldMkLst>
          <pc:docMk/>
          <pc:sldMk cId="3780207924" sldId="259"/>
        </pc:sldMkLst>
        <pc:spChg chg="mod">
          <ac:chgData name="ajit venkat" userId="3b42ed0cdd1fa0e7" providerId="LiveId" clId="{B7249EE6-1960-4166-91F2-E54C12438BAB}" dt="2026-05-30T09:59:34.743" v="47" actId="20577"/>
          <ac:spMkLst>
            <pc:docMk/>
            <pc:sldMk cId="3780207924" sldId="259"/>
            <ac:spMk id="2" creationId="{DE1764D0-0EDB-BA93-C9FE-DE8064B4F800}"/>
          </ac:spMkLst>
        </pc:spChg>
        <pc:spChg chg="mod">
          <ac:chgData name="ajit venkat" userId="3b42ed0cdd1fa0e7" providerId="LiveId" clId="{B7249EE6-1960-4166-91F2-E54C12438BAB}" dt="2026-05-31T08:58:50.051" v="1586" actId="20577"/>
          <ac:spMkLst>
            <pc:docMk/>
            <pc:sldMk cId="3780207924" sldId="259"/>
            <ac:spMk id="3" creationId="{5AABF82B-018E-61D8-B811-0FECE205FE4F}"/>
          </ac:spMkLst>
        </pc:spChg>
      </pc:sldChg>
      <pc:sldChg chg="modSp new mod">
        <pc:chgData name="ajit venkat" userId="3b42ed0cdd1fa0e7" providerId="LiveId" clId="{B7249EE6-1960-4166-91F2-E54C12438BAB}" dt="2026-06-09T12:43:46.906" v="2231" actId="20577"/>
        <pc:sldMkLst>
          <pc:docMk/>
          <pc:sldMk cId="1098997097" sldId="260"/>
        </pc:sldMkLst>
        <pc:spChg chg="mod">
          <ac:chgData name="ajit venkat" userId="3b42ed0cdd1fa0e7" providerId="LiveId" clId="{B7249EE6-1960-4166-91F2-E54C12438BAB}" dt="2026-06-01T10:01:26.735" v="1588"/>
          <ac:spMkLst>
            <pc:docMk/>
            <pc:sldMk cId="1098997097" sldId="260"/>
            <ac:spMk id="2" creationId="{0E0CA295-D360-3B39-1052-391057EA6C40}"/>
          </ac:spMkLst>
        </pc:spChg>
        <pc:spChg chg="mod">
          <ac:chgData name="ajit venkat" userId="3b42ed0cdd1fa0e7" providerId="LiveId" clId="{B7249EE6-1960-4166-91F2-E54C12438BAB}" dt="2026-06-09T12:43:46.906" v="2231" actId="20577"/>
          <ac:spMkLst>
            <pc:docMk/>
            <pc:sldMk cId="1098997097" sldId="260"/>
            <ac:spMk id="3" creationId="{FF2B8BB5-457F-C9BA-9ED5-6295FF1D7705}"/>
          </ac:spMkLst>
        </pc:spChg>
      </pc:sldChg>
      <pc:sldChg chg="modSp new mod">
        <pc:chgData name="ajit venkat" userId="3b42ed0cdd1fa0e7" providerId="LiveId" clId="{B7249EE6-1960-4166-91F2-E54C12438BAB}" dt="2026-06-09T13:40:29.319" v="2464" actId="20577"/>
        <pc:sldMkLst>
          <pc:docMk/>
          <pc:sldMk cId="2202826118" sldId="261"/>
        </pc:sldMkLst>
        <pc:spChg chg="mod">
          <ac:chgData name="ajit venkat" userId="3b42ed0cdd1fa0e7" providerId="LiveId" clId="{B7249EE6-1960-4166-91F2-E54C12438BAB}" dt="2026-06-09T12:44:21.490" v="2233"/>
          <ac:spMkLst>
            <pc:docMk/>
            <pc:sldMk cId="2202826118" sldId="261"/>
            <ac:spMk id="2" creationId="{B2987F3C-5DFB-27D3-DA1E-E4F9A4EE94AD}"/>
          </ac:spMkLst>
        </pc:spChg>
        <pc:spChg chg="mod">
          <ac:chgData name="ajit venkat" userId="3b42ed0cdd1fa0e7" providerId="LiveId" clId="{B7249EE6-1960-4166-91F2-E54C12438BAB}" dt="2026-06-09T13:40:29.319" v="2464" actId="20577"/>
          <ac:spMkLst>
            <pc:docMk/>
            <pc:sldMk cId="2202826118" sldId="261"/>
            <ac:spMk id="3" creationId="{1D61D1A3-BC86-9EE8-EACD-B660BFBBD43A}"/>
          </ac:spMkLst>
        </pc:spChg>
      </pc:sldChg>
      <pc:sldChg chg="modSp new mod">
        <pc:chgData name="ajit venkat" userId="3b42ed0cdd1fa0e7" providerId="LiveId" clId="{B7249EE6-1960-4166-91F2-E54C12438BAB}" dt="2026-06-09T14:07:52.071" v="3368" actId="27636"/>
        <pc:sldMkLst>
          <pc:docMk/>
          <pc:sldMk cId="3252469967" sldId="262"/>
        </pc:sldMkLst>
        <pc:spChg chg="mod">
          <ac:chgData name="ajit venkat" userId="3b42ed0cdd1fa0e7" providerId="LiveId" clId="{B7249EE6-1960-4166-91F2-E54C12438BAB}" dt="2026-06-09T13:43:26.004" v="2469"/>
          <ac:spMkLst>
            <pc:docMk/>
            <pc:sldMk cId="3252469967" sldId="262"/>
            <ac:spMk id="2" creationId="{A5F0070C-C25B-872C-795E-82651C650F0B}"/>
          </ac:spMkLst>
        </pc:spChg>
        <pc:spChg chg="mod">
          <ac:chgData name="ajit venkat" userId="3b42ed0cdd1fa0e7" providerId="LiveId" clId="{B7249EE6-1960-4166-91F2-E54C12438BAB}" dt="2026-06-09T14:07:52.071" v="3368" actId="27636"/>
          <ac:spMkLst>
            <pc:docMk/>
            <pc:sldMk cId="3252469967" sldId="262"/>
            <ac:spMk id="3" creationId="{25766C6D-EBF3-C2BF-1D0B-3457D0BBD84C}"/>
          </ac:spMkLst>
        </pc:spChg>
      </pc:sldChg>
      <pc:sldChg chg="modSp new del mod">
        <pc:chgData name="ajit venkat" userId="3b42ed0cdd1fa0e7" providerId="LiveId" clId="{B7249EE6-1960-4166-91F2-E54C12438BAB}" dt="2026-06-09T14:16:09.157" v="3369" actId="2696"/>
        <pc:sldMkLst>
          <pc:docMk/>
          <pc:sldMk cId="2634347481" sldId="263"/>
        </pc:sldMkLst>
      </pc:sldChg>
      <pc:sldChg chg="delSp modSp new mod">
        <pc:chgData name="ajit venkat" userId="3b42ed0cdd1fa0e7" providerId="LiveId" clId="{B7249EE6-1960-4166-91F2-E54C12438BAB}" dt="2026-06-09T14:17:33.808" v="3404" actId="20577"/>
        <pc:sldMkLst>
          <pc:docMk/>
          <pc:sldMk cId="1142601054" sldId="264"/>
        </pc:sldMkLst>
        <pc:spChg chg="del">
          <ac:chgData name="ajit venkat" userId="3b42ed0cdd1fa0e7" providerId="LiveId" clId="{B7249EE6-1960-4166-91F2-E54C12438BAB}" dt="2026-06-09T14:16:52.697" v="3394" actId="478"/>
          <ac:spMkLst>
            <pc:docMk/>
            <pc:sldMk cId="1142601054" sldId="264"/>
            <ac:spMk id="2" creationId="{FE2E5BEF-5C2F-688A-8110-959D145C32DA}"/>
          </ac:spMkLst>
        </pc:spChg>
        <pc:spChg chg="mod">
          <ac:chgData name="ajit venkat" userId="3b42ed0cdd1fa0e7" providerId="LiveId" clId="{B7249EE6-1960-4166-91F2-E54C12438BAB}" dt="2026-06-09T14:17:33.808" v="3404" actId="20577"/>
          <ac:spMkLst>
            <pc:docMk/>
            <pc:sldMk cId="1142601054" sldId="264"/>
            <ac:spMk id="3" creationId="{C7F59FD4-E8EC-4837-3E27-7939B0069DC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18B0-EE32-D0A5-3833-95221D3710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A3923D-7AA6-DDD8-E12A-033243D5E1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91DC27-E190-7434-F7F0-9F7E29842326}"/>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11F06E75-FA8E-0872-B73D-91CDFE930C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29CA12-3DF8-A1A0-9254-E6914C32DAFD}"/>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2407413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F6C6-159E-F471-535C-F195521288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8A65CD-759D-2B4F-314A-6E4AB9269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C7292F-14B3-CB91-D15A-32424F3BF4DE}"/>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AF3E7A96-AFC1-D04B-50FC-B72EA3425C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A24D0-EBE2-71E0-E58D-0C67E36D25B1}"/>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3013895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C54E4-914F-D535-FCF1-FCDE0B9E9D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239790-968C-0DF3-7519-E2711FA3B0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AD62EA-B27B-BDB4-0505-F829DC3CBB25}"/>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D97B36C3-87F0-AA14-F67D-126855CA6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9885DE-500A-D389-5AF1-95B0AFB02FEB}"/>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1087527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DEAF7-BC4E-972D-3AD5-BB9EE8585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AD5C1-D722-AE77-F611-1BEED0B982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4168EC-EABC-2856-E499-AF8864C06D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2C4DBB-2846-AF9F-E123-93F68E642186}"/>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6" name="Footer Placeholder 5">
            <a:extLst>
              <a:ext uri="{FF2B5EF4-FFF2-40B4-BE49-F238E27FC236}">
                <a16:creationId xmlns:a16="http://schemas.microsoft.com/office/drawing/2014/main" id="{12223C58-7977-8BDF-CF33-70D394941B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DF2E18-A4D6-A6B7-FFA3-66C4C0AC14F6}"/>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2805253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6266-1B3A-C287-3DEB-08DCE6AD85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AD4258-66FE-F754-23AE-F677BD5A7D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0CD1A4-2B0B-A584-0C04-421F2169AA5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6F5458-5B80-C00A-83A3-1DBC6FD4D5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E886F-8E33-2E94-15DE-0B0AB8FA44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37B08D-664A-3BE3-A2BF-EBD47AEE4708}"/>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8" name="Footer Placeholder 7">
            <a:extLst>
              <a:ext uri="{FF2B5EF4-FFF2-40B4-BE49-F238E27FC236}">
                <a16:creationId xmlns:a16="http://schemas.microsoft.com/office/drawing/2014/main" id="{7CF75DA6-17FA-C4F6-5EDD-13F8D594E8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A898D9-5441-99AA-E2E7-B455719FA530}"/>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4274476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7FB6F-14D1-791C-6272-1E0C39C1BF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6A7C2E-CD67-981C-C1A7-59A22733FA2D}"/>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4" name="Footer Placeholder 3">
            <a:extLst>
              <a:ext uri="{FF2B5EF4-FFF2-40B4-BE49-F238E27FC236}">
                <a16:creationId xmlns:a16="http://schemas.microsoft.com/office/drawing/2014/main" id="{0A50EE26-3A5D-1153-23D8-F4C8AD8859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2B387D-E4A5-50F7-007A-4F510A8A700F}"/>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426283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EEA51-AA92-2CE6-D034-ABED31118F88}"/>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3" name="Footer Placeholder 2">
            <a:extLst>
              <a:ext uri="{FF2B5EF4-FFF2-40B4-BE49-F238E27FC236}">
                <a16:creationId xmlns:a16="http://schemas.microsoft.com/office/drawing/2014/main" id="{28D880F2-2301-8D8D-D656-261639523F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2B3F29-7822-4E38-66E7-9D552E9B04E2}"/>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60063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FE16-7FE0-FB78-CAC8-9DA41356A4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6D5206-053A-08D9-8E9E-7ED1A1BE0A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79521-277C-76EE-6A60-2D2B861D4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F950C9-BA2B-3F26-6E7E-1F017B5E7BDC}"/>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6" name="Footer Placeholder 5">
            <a:extLst>
              <a:ext uri="{FF2B5EF4-FFF2-40B4-BE49-F238E27FC236}">
                <a16:creationId xmlns:a16="http://schemas.microsoft.com/office/drawing/2014/main" id="{D3AC1DDD-54AD-9308-470E-A0218E0C0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BB1F34-936A-FE81-B276-C009F339E63B}"/>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2122424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96C9-63BB-38D2-B8F1-8149869958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00861A-BB76-CAE0-C8E9-96FF6E823C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1F9DB2-F5B8-78CF-A920-A860E455EA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0E5C04-CCD2-23D9-C9A6-331239864B3C}"/>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6" name="Footer Placeholder 5">
            <a:extLst>
              <a:ext uri="{FF2B5EF4-FFF2-40B4-BE49-F238E27FC236}">
                <a16:creationId xmlns:a16="http://schemas.microsoft.com/office/drawing/2014/main" id="{76AC969D-7780-CE59-0823-5E4DE6A09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2A234E-654D-9A96-CE3B-0CAAEE57E23D}"/>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223604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7A902-67E4-95AD-836F-256FA036F4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086719-5992-B7F3-478C-FCE061D075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B0712F-C264-5DDF-B919-C79DA8AF7D2A}"/>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FA6D9B02-277D-494F-C80B-F0634CF99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9D6B93-C55D-7AFC-070F-B41D7B228937}"/>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144221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E763F8-896B-D812-56BD-FE700F9FA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BD00AC-0EF1-0460-C829-13EF23BF45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390298-B1AE-5371-7655-A189D5DA870C}"/>
              </a:ext>
            </a:extLst>
          </p:cNvPr>
          <p:cNvSpPr>
            <a:spLocks noGrp="1"/>
          </p:cNvSpPr>
          <p:nvPr>
            <p:ph type="dt" sz="half" idx="10"/>
          </p:nvPr>
        </p:nvSpPr>
        <p:spPr/>
        <p:txBody>
          <a:body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E11A140C-B387-12EC-A14E-C74C78A0B5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BA85E4-5538-D099-BA78-84367E006DFE}"/>
              </a:ext>
            </a:extLst>
          </p:cNvPr>
          <p:cNvSpPr>
            <a:spLocks noGrp="1"/>
          </p:cNvSpPr>
          <p:nvPr>
            <p:ph type="sldNum" sz="quarter" idx="12"/>
          </p:nvPr>
        </p:nvSpPr>
        <p:spPr/>
        <p:txBody>
          <a:bodyPr/>
          <a:lstStyle/>
          <a:p>
            <a:fld id="{5BA84AF6-5FCE-4F5F-84FE-15FF49B9C3A2}" type="slidenum">
              <a:rPr lang="en-US" smtClean="0"/>
              <a:t>‹#›</a:t>
            </a:fld>
            <a:endParaRPr lang="en-US"/>
          </a:p>
        </p:txBody>
      </p:sp>
    </p:spTree>
    <p:extLst>
      <p:ext uri="{BB962C8B-B14F-4D97-AF65-F5344CB8AC3E}">
        <p14:creationId xmlns:p14="http://schemas.microsoft.com/office/powerpoint/2010/main" val="671601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362D78-DA60-B998-5D89-831A4DB324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61F2E0-4FC6-7D32-37EF-A0EB05ED9B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44ACDD-C8A7-E724-B045-8748F90667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925345-A753-4536-97F6-1A91F6B3C904}" type="datetimeFigureOut">
              <a:rPr lang="en-US" smtClean="0"/>
              <a:t>6/9/2026</a:t>
            </a:fld>
            <a:endParaRPr lang="en-US"/>
          </a:p>
        </p:txBody>
      </p:sp>
      <p:sp>
        <p:nvSpPr>
          <p:cNvPr id="5" name="Footer Placeholder 4">
            <a:extLst>
              <a:ext uri="{FF2B5EF4-FFF2-40B4-BE49-F238E27FC236}">
                <a16:creationId xmlns:a16="http://schemas.microsoft.com/office/drawing/2014/main" id="{8545BE84-36FC-6BFA-1701-4DF731572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540B48-90A7-70C5-5505-978C665339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A84AF6-5FCE-4F5F-84FE-15FF49B9C3A2}" type="slidenum">
              <a:rPr lang="en-US" smtClean="0"/>
              <a:t>‹#›</a:t>
            </a:fld>
            <a:endParaRPr lang="en-US"/>
          </a:p>
        </p:txBody>
      </p:sp>
    </p:spTree>
    <p:extLst>
      <p:ext uri="{BB962C8B-B14F-4D97-AF65-F5344CB8AC3E}">
        <p14:creationId xmlns:p14="http://schemas.microsoft.com/office/powerpoint/2010/main" val="3351602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1drv.ms/w/c/3b42ed0cdd1fa0e7/IQBTVLJKPStxQ5M0YMblg3wzAeuhm5-zIZR1nkdnzD8R9vs?e=mo60R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docs.live.net/3b42ed0cdd1fa0e7/Desktop/New%20folder/Retail%20sales%20and%20Inventory%20intelligence%20Database.ipynb"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docs.live.net/3b42ed0cdd1fa0e7/Desktop/New%20folder/Retai%20sales%20and%20Inventory%20intelligence%20dashboard.pbi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8FC2-E776-8083-48D3-F5ADCFB4BC12}"/>
              </a:ext>
            </a:extLst>
          </p:cNvPr>
          <p:cNvSpPr>
            <a:spLocks noGrp="1"/>
          </p:cNvSpPr>
          <p:nvPr>
            <p:ph type="ctrTitle"/>
          </p:nvPr>
        </p:nvSpPr>
        <p:spPr/>
        <p:txBody>
          <a:bodyPr>
            <a:normAutofit fontScale="90000"/>
          </a:bodyPr>
          <a:lstStyle/>
          <a:p>
            <a:r>
              <a:rPr lang="en-US" dirty="0"/>
              <a:t>Retail Sales &amp; Inventory Intelligence System using Excel, SQL and Power BI</a:t>
            </a:r>
          </a:p>
        </p:txBody>
      </p:sp>
      <p:sp>
        <p:nvSpPr>
          <p:cNvPr id="3" name="Subtitle 2">
            <a:extLst>
              <a:ext uri="{FF2B5EF4-FFF2-40B4-BE49-F238E27FC236}">
                <a16:creationId xmlns:a16="http://schemas.microsoft.com/office/drawing/2014/main" id="{D36EF854-FC3B-540E-5FD7-340BE8A7851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7231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A191E-BEE4-B702-B6D8-C7DF36C6A054}"/>
              </a:ext>
            </a:extLst>
          </p:cNvPr>
          <p:cNvSpPr>
            <a:spLocks noGrp="1"/>
          </p:cNvSpPr>
          <p:nvPr>
            <p:ph type="title"/>
          </p:nvPr>
        </p:nvSpPr>
        <p:spPr/>
        <p:txBody>
          <a:bodyPr/>
          <a:lstStyle/>
          <a:p>
            <a:r>
              <a:rPr lang="en-US" b="1" dirty="0"/>
              <a:t>Data Cleansing and Preprocessing in Excel</a:t>
            </a:r>
          </a:p>
        </p:txBody>
      </p:sp>
      <p:sp>
        <p:nvSpPr>
          <p:cNvPr id="3" name="Content Placeholder 2">
            <a:extLst>
              <a:ext uri="{FF2B5EF4-FFF2-40B4-BE49-F238E27FC236}">
                <a16:creationId xmlns:a16="http://schemas.microsoft.com/office/drawing/2014/main" id="{B572B853-3E16-8607-E366-7A527F6BC600}"/>
              </a:ext>
            </a:extLst>
          </p:cNvPr>
          <p:cNvSpPr>
            <a:spLocks noGrp="1"/>
          </p:cNvSpPr>
          <p:nvPr>
            <p:ph idx="1"/>
          </p:nvPr>
        </p:nvSpPr>
        <p:spPr/>
        <p:txBody>
          <a:bodyPr>
            <a:normAutofit lnSpcReduction="10000"/>
          </a:bodyPr>
          <a:lstStyle/>
          <a:p>
            <a:r>
              <a:rPr lang="en-US" dirty="0"/>
              <a:t>The Retail sales data has multiple files in CSV format which is to be cleansed and preprocessed</a:t>
            </a:r>
          </a:p>
          <a:p>
            <a:r>
              <a:rPr lang="en-US" dirty="0"/>
              <a:t>The raw data are imported into excel using a import csv files from folder button which is enabled in the excel macro enabled workbook, by clicking on the button a dialog box opens which asks to choose the desired folder which has the files which need to be imported into the excel workbook and then by selecting the respective folder click ok, so that the files are imported into the excel workbook.</a:t>
            </a:r>
          </a:p>
          <a:p>
            <a:r>
              <a:rPr lang="en-US" dirty="0"/>
              <a:t>Once the files are imported into separate sheet the data is cleansed based on the if blanks or null values and replaced with the NA or zero if numeric, the date format is standardized based on the dd-mm-</a:t>
            </a:r>
            <a:r>
              <a:rPr lang="en-US" dirty="0" err="1"/>
              <a:t>yyyy</a:t>
            </a:r>
            <a:endParaRPr lang="en-US" dirty="0"/>
          </a:p>
          <a:p>
            <a:pPr marL="0" indent="0">
              <a:buNone/>
            </a:pPr>
            <a:endParaRPr lang="en-US" dirty="0"/>
          </a:p>
        </p:txBody>
      </p:sp>
    </p:spTree>
    <p:extLst>
      <p:ext uri="{BB962C8B-B14F-4D97-AF65-F5344CB8AC3E}">
        <p14:creationId xmlns:p14="http://schemas.microsoft.com/office/powerpoint/2010/main" val="3012155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0B18-0645-3360-5EBF-BCA75EAE6C29}"/>
              </a:ext>
            </a:extLst>
          </p:cNvPr>
          <p:cNvSpPr>
            <a:spLocks noGrp="1"/>
          </p:cNvSpPr>
          <p:nvPr>
            <p:ph type="title"/>
          </p:nvPr>
        </p:nvSpPr>
        <p:spPr/>
        <p:txBody>
          <a:bodyPr/>
          <a:lstStyle/>
          <a:p>
            <a:r>
              <a:rPr lang="en-US" b="1" dirty="0"/>
              <a:t>Data Cleansing and Preprocessing in Excel</a:t>
            </a:r>
            <a:endParaRPr lang="en-US" dirty="0"/>
          </a:p>
        </p:txBody>
      </p:sp>
      <p:sp>
        <p:nvSpPr>
          <p:cNvPr id="3" name="Content Placeholder 2">
            <a:extLst>
              <a:ext uri="{FF2B5EF4-FFF2-40B4-BE49-F238E27FC236}">
                <a16:creationId xmlns:a16="http://schemas.microsoft.com/office/drawing/2014/main" id="{71DFF69C-D662-2D0A-4FEE-24784C200413}"/>
              </a:ext>
            </a:extLst>
          </p:cNvPr>
          <p:cNvSpPr>
            <a:spLocks noGrp="1"/>
          </p:cNvSpPr>
          <p:nvPr>
            <p:ph idx="1"/>
          </p:nvPr>
        </p:nvSpPr>
        <p:spPr/>
        <p:txBody>
          <a:bodyPr/>
          <a:lstStyle/>
          <a:p>
            <a:r>
              <a:rPr lang="en-US" dirty="0"/>
              <a:t>The name given in the dataset which is first name and </a:t>
            </a:r>
            <a:r>
              <a:rPr lang="en-US" dirty="0" err="1"/>
              <a:t>lastname</a:t>
            </a:r>
            <a:r>
              <a:rPr lang="en-US" dirty="0"/>
              <a:t> is concatenated as full name, if there are any case format mismatch it is corrected to correct format.</a:t>
            </a:r>
          </a:p>
          <a:p>
            <a:r>
              <a:rPr lang="en-US" dirty="0"/>
              <a:t>The data is cleansed the data in each sheet is converted to the table format and then the pivot table is created for the data summaries.</a:t>
            </a:r>
          </a:p>
          <a:p>
            <a:r>
              <a:rPr lang="en-US" dirty="0"/>
              <a:t>The cleansed data is saved and then the sheets can be saved into separate files by clicking on the button Export csv, so the cleansed csv files are saved as separate files in the folder location which we give.</a:t>
            </a:r>
          </a:p>
          <a:p>
            <a:pPr marL="0" indent="0">
              <a:buNone/>
            </a:pPr>
            <a:endParaRPr lang="en-US" dirty="0"/>
          </a:p>
        </p:txBody>
      </p:sp>
    </p:spTree>
    <p:extLst>
      <p:ext uri="{BB962C8B-B14F-4D97-AF65-F5344CB8AC3E}">
        <p14:creationId xmlns:p14="http://schemas.microsoft.com/office/powerpoint/2010/main" val="2024548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764D0-0EDB-BA93-C9FE-DE8064B4F800}"/>
              </a:ext>
            </a:extLst>
          </p:cNvPr>
          <p:cNvSpPr>
            <a:spLocks noGrp="1"/>
          </p:cNvSpPr>
          <p:nvPr>
            <p:ph type="title"/>
          </p:nvPr>
        </p:nvSpPr>
        <p:spPr/>
        <p:txBody>
          <a:bodyPr/>
          <a:lstStyle/>
          <a:p>
            <a:r>
              <a:rPr lang="en-US" dirty="0"/>
              <a:t>SQL – Database Management and Querying</a:t>
            </a:r>
          </a:p>
        </p:txBody>
      </p:sp>
      <p:sp>
        <p:nvSpPr>
          <p:cNvPr id="3" name="Content Placeholder 2">
            <a:extLst>
              <a:ext uri="{FF2B5EF4-FFF2-40B4-BE49-F238E27FC236}">
                <a16:creationId xmlns:a16="http://schemas.microsoft.com/office/drawing/2014/main" id="{5AABF82B-018E-61D8-B811-0FECE205FE4F}"/>
              </a:ext>
            </a:extLst>
          </p:cNvPr>
          <p:cNvSpPr>
            <a:spLocks noGrp="1"/>
          </p:cNvSpPr>
          <p:nvPr>
            <p:ph idx="1"/>
          </p:nvPr>
        </p:nvSpPr>
        <p:spPr/>
        <p:txBody>
          <a:bodyPr>
            <a:normAutofit fontScale="77500" lnSpcReduction="20000"/>
          </a:bodyPr>
          <a:lstStyle/>
          <a:p>
            <a:r>
              <a:rPr lang="en-US" dirty="0"/>
              <a:t>The cleansed data to be imported into the SQL server management studio, the SQL server management studio is connected to the server engine and a new database is created in the name of ‘Retail sales and Inventory intelligence Database’</a:t>
            </a:r>
          </a:p>
          <a:p>
            <a:r>
              <a:rPr lang="en-US" dirty="0"/>
              <a:t>To import the data into database right click on the database ‘Retail sales and Inventory intelligence Database’ and choose ‘tasks’ and then select ‘import flat file’ as the file format is in csv format and then a dialogue box opens where you can select the particular file location and give the name to the new table name and then the data is displayed to be imported where we can change the datatype as for the columns containing numbers we can give the format ‘int’ as the data type and for the format containing numbers and alphabets we can give the data type as ‘varchar’ and for the date format we can give the data type as ‘date’ and for numbers with decimal values we can give either ‘decimal’ or ‘’int’.</a:t>
            </a:r>
          </a:p>
          <a:p>
            <a:r>
              <a:rPr lang="en-US" dirty="0"/>
              <a:t>For validating whether the data is imported or not, we can use the query</a:t>
            </a:r>
          </a:p>
          <a:p>
            <a:r>
              <a:rPr lang="en-US" dirty="0"/>
              <a:t>SELECT *</a:t>
            </a:r>
          </a:p>
          <a:p>
            <a:pPr marL="0" indent="0">
              <a:buNone/>
            </a:pPr>
            <a:r>
              <a:rPr lang="en-US" dirty="0"/>
              <a:t>    From products;  </a:t>
            </a:r>
          </a:p>
        </p:txBody>
      </p:sp>
    </p:spTree>
    <p:extLst>
      <p:ext uri="{BB962C8B-B14F-4D97-AF65-F5344CB8AC3E}">
        <p14:creationId xmlns:p14="http://schemas.microsoft.com/office/powerpoint/2010/main" val="3780207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A295-D360-3B39-1052-391057EA6C40}"/>
              </a:ext>
            </a:extLst>
          </p:cNvPr>
          <p:cNvSpPr>
            <a:spLocks noGrp="1"/>
          </p:cNvSpPr>
          <p:nvPr>
            <p:ph type="title"/>
          </p:nvPr>
        </p:nvSpPr>
        <p:spPr/>
        <p:txBody>
          <a:bodyPr/>
          <a:lstStyle/>
          <a:p>
            <a:r>
              <a:rPr lang="en-US" dirty="0"/>
              <a:t>SQL – Database Management and Querying</a:t>
            </a:r>
          </a:p>
        </p:txBody>
      </p:sp>
      <p:sp>
        <p:nvSpPr>
          <p:cNvPr id="3" name="Content Placeholder 2">
            <a:extLst>
              <a:ext uri="{FF2B5EF4-FFF2-40B4-BE49-F238E27FC236}">
                <a16:creationId xmlns:a16="http://schemas.microsoft.com/office/drawing/2014/main" id="{FF2B8BB5-457F-C9BA-9ED5-6295FF1D7705}"/>
              </a:ext>
            </a:extLst>
          </p:cNvPr>
          <p:cNvSpPr>
            <a:spLocks noGrp="1"/>
          </p:cNvSpPr>
          <p:nvPr>
            <p:ph idx="1"/>
          </p:nvPr>
        </p:nvSpPr>
        <p:spPr/>
        <p:txBody>
          <a:bodyPr>
            <a:normAutofit/>
          </a:bodyPr>
          <a:lstStyle/>
          <a:p>
            <a:r>
              <a:rPr lang="en-US" dirty="0"/>
              <a:t>After the data is imported and integrity check is performed, we are working on the </a:t>
            </a:r>
            <a:r>
              <a:rPr lang="en-US" dirty="0" err="1"/>
              <a:t>sql</a:t>
            </a:r>
            <a:r>
              <a:rPr lang="en-US" dirty="0"/>
              <a:t> query to be executed the following query done. By right clicking on the database and click new query.</a:t>
            </a:r>
          </a:p>
          <a:p>
            <a:r>
              <a:rPr lang="en-US" dirty="0" err="1"/>
              <a:t>Sql</a:t>
            </a:r>
            <a:r>
              <a:rPr lang="en-US" dirty="0"/>
              <a:t> query : </a:t>
            </a:r>
            <a:r>
              <a:rPr lang="en-US" dirty="0">
                <a:hlinkClick r:id="rId2"/>
              </a:rPr>
              <a:t>SQL queries.docx</a:t>
            </a:r>
            <a:endParaRPr lang="en-US" dirty="0"/>
          </a:p>
          <a:p>
            <a:r>
              <a:rPr lang="en-US" dirty="0"/>
              <a:t>Once the queries are executed save the file</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98997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87F3C-5DFB-27D3-DA1E-E4F9A4EE94AD}"/>
              </a:ext>
            </a:extLst>
          </p:cNvPr>
          <p:cNvSpPr>
            <a:spLocks noGrp="1"/>
          </p:cNvSpPr>
          <p:nvPr>
            <p:ph type="title"/>
          </p:nvPr>
        </p:nvSpPr>
        <p:spPr/>
        <p:txBody>
          <a:bodyPr/>
          <a:lstStyle/>
          <a:p>
            <a:r>
              <a:rPr lang="en-US" dirty="0"/>
              <a:t>Create SQL Views for reusable insights.</a:t>
            </a:r>
          </a:p>
        </p:txBody>
      </p:sp>
      <p:sp>
        <p:nvSpPr>
          <p:cNvPr id="3" name="Content Placeholder 2">
            <a:extLst>
              <a:ext uri="{FF2B5EF4-FFF2-40B4-BE49-F238E27FC236}">
                <a16:creationId xmlns:a16="http://schemas.microsoft.com/office/drawing/2014/main" id="{1D61D1A3-BC86-9EE8-EACD-B660BFBBD43A}"/>
              </a:ext>
            </a:extLst>
          </p:cNvPr>
          <p:cNvSpPr>
            <a:spLocks noGrp="1"/>
          </p:cNvSpPr>
          <p:nvPr>
            <p:ph idx="1"/>
          </p:nvPr>
        </p:nvSpPr>
        <p:spPr/>
        <p:txBody>
          <a:bodyPr>
            <a:normAutofit/>
          </a:bodyPr>
          <a:lstStyle/>
          <a:p>
            <a:r>
              <a:rPr lang="en-US" dirty="0"/>
              <a:t>The SQL data is loaded into engine using </a:t>
            </a:r>
            <a:r>
              <a:rPr lang="en-US" dirty="0" err="1"/>
              <a:t>sqlalchemy</a:t>
            </a:r>
            <a:r>
              <a:rPr lang="en-US" dirty="0"/>
              <a:t>.</a:t>
            </a:r>
          </a:p>
          <a:p>
            <a:r>
              <a:rPr lang="en-US" dirty="0"/>
              <a:t>The following query has been executed using </a:t>
            </a:r>
            <a:r>
              <a:rPr lang="en-US" dirty="0" err="1"/>
              <a:t>jupyter</a:t>
            </a:r>
            <a:r>
              <a:rPr lang="en-US" dirty="0"/>
              <a:t> notebook</a:t>
            </a:r>
          </a:p>
          <a:p>
            <a:r>
              <a:rPr lang="en-US" dirty="0"/>
              <a:t>The query file has been attached for the reference : </a:t>
            </a:r>
            <a:r>
              <a:rPr lang="en-US" dirty="0">
                <a:hlinkClick r:id="rId2"/>
              </a:rPr>
              <a:t>"C:\Users\ajitv\OneDrive\Desktop\New folder\Retail sales and Inventory intelligence </a:t>
            </a:r>
            <a:r>
              <a:rPr lang="en-US" dirty="0" err="1">
                <a:hlinkClick r:id="rId2"/>
              </a:rPr>
              <a:t>Database.ipynb</a:t>
            </a:r>
            <a:r>
              <a:rPr lang="en-US" dirty="0">
                <a:hlinkClick r:id="rId2"/>
              </a:rPr>
              <a:t>“</a:t>
            </a:r>
            <a:endParaRPr lang="en-US" dirty="0"/>
          </a:p>
          <a:p>
            <a:endParaRPr lang="en-US" dirty="0"/>
          </a:p>
        </p:txBody>
      </p:sp>
    </p:spTree>
    <p:extLst>
      <p:ext uri="{BB962C8B-B14F-4D97-AF65-F5344CB8AC3E}">
        <p14:creationId xmlns:p14="http://schemas.microsoft.com/office/powerpoint/2010/main" val="220282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070C-C25B-872C-795E-82651C650F0B}"/>
              </a:ext>
            </a:extLst>
          </p:cNvPr>
          <p:cNvSpPr>
            <a:spLocks noGrp="1"/>
          </p:cNvSpPr>
          <p:nvPr>
            <p:ph type="title"/>
          </p:nvPr>
        </p:nvSpPr>
        <p:spPr/>
        <p:txBody>
          <a:bodyPr/>
          <a:lstStyle/>
          <a:p>
            <a:r>
              <a:rPr lang="en-US" dirty="0"/>
              <a:t>Power BI – Dashboard Creation</a:t>
            </a:r>
          </a:p>
        </p:txBody>
      </p:sp>
      <p:sp>
        <p:nvSpPr>
          <p:cNvPr id="3" name="Content Placeholder 2">
            <a:extLst>
              <a:ext uri="{FF2B5EF4-FFF2-40B4-BE49-F238E27FC236}">
                <a16:creationId xmlns:a16="http://schemas.microsoft.com/office/drawing/2014/main" id="{25766C6D-EBF3-C2BF-1D0B-3457D0BBD84C}"/>
              </a:ext>
            </a:extLst>
          </p:cNvPr>
          <p:cNvSpPr>
            <a:spLocks noGrp="1"/>
          </p:cNvSpPr>
          <p:nvPr>
            <p:ph idx="1"/>
          </p:nvPr>
        </p:nvSpPr>
        <p:spPr/>
        <p:txBody>
          <a:bodyPr>
            <a:normAutofit fontScale="92500"/>
          </a:bodyPr>
          <a:lstStyle/>
          <a:p>
            <a:r>
              <a:rPr lang="en-US" dirty="0"/>
              <a:t>The data is imported into Power BI using get data </a:t>
            </a:r>
            <a:r>
              <a:rPr lang="en-US" dirty="0" err="1"/>
              <a:t>sql</a:t>
            </a:r>
            <a:r>
              <a:rPr lang="en-US" dirty="0"/>
              <a:t> server and the server name and database name is entered to connect to the database and then using the power query editor the following transformations are done and the relationship between the tables are done.</a:t>
            </a:r>
          </a:p>
          <a:p>
            <a:r>
              <a:rPr lang="en-US" dirty="0"/>
              <a:t>The KPI cards has been given for Total sales, Total orders, customer count. The Bar charts for sales by category, staff and store. The maps shows the Regional sales distribution. The line chart charts shows the sales over time. The matrix table shows the orders by staff and customer. The slicer has been given for date, region, store and category. The power bi file: </a:t>
            </a:r>
            <a:r>
              <a:rPr lang="en-US" dirty="0">
                <a:hlinkClick r:id="rId2"/>
              </a:rPr>
              <a:t>https://d.docs.live.net/3b42ed0cdd1fa0e7/Desktop/New%20folder/Retai%20sales%20and%20Inventory%20intelligence%20dashboard.pbix</a:t>
            </a:r>
            <a:r>
              <a:rPr lang="en-US" dirty="0"/>
              <a:t> </a:t>
            </a:r>
          </a:p>
        </p:txBody>
      </p:sp>
    </p:spTree>
    <p:extLst>
      <p:ext uri="{BB962C8B-B14F-4D97-AF65-F5344CB8AC3E}">
        <p14:creationId xmlns:p14="http://schemas.microsoft.com/office/powerpoint/2010/main" val="3252469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F59FD4-E8EC-4837-3E27-7939B0069DC9}"/>
              </a:ext>
            </a:extLst>
          </p:cNvPr>
          <p:cNvSpPr>
            <a:spLocks noGrp="1"/>
          </p:cNvSpPr>
          <p:nvPr>
            <p:ph idx="1"/>
          </p:nvPr>
        </p:nvSpPr>
        <p:spPr>
          <a:xfrm>
            <a:off x="838200" y="344129"/>
            <a:ext cx="10515600" cy="5832834"/>
          </a:xfrm>
        </p:spPr>
        <p:txBody>
          <a:bodyPr/>
          <a:lstStyle/>
          <a:p>
            <a:pPr algn="ctr"/>
            <a:endParaRPr lang="en-US" b="1" dirty="0"/>
          </a:p>
          <a:p>
            <a:pPr algn="ctr"/>
            <a:r>
              <a:rPr lang="en-US" b="1"/>
              <a:t>s</a:t>
            </a:r>
            <a:endParaRPr lang="en-US" b="1" dirty="0"/>
          </a:p>
          <a:p>
            <a:pPr marL="0" indent="0" algn="ctr">
              <a:buNone/>
            </a:pPr>
            <a:endParaRPr lang="en-US" sz="3600" b="1" dirty="0"/>
          </a:p>
          <a:p>
            <a:pPr marL="0" indent="0" algn="ctr">
              <a:buNone/>
            </a:pPr>
            <a:r>
              <a:rPr lang="en-US" b="1" dirty="0"/>
              <a:t>  </a:t>
            </a:r>
          </a:p>
          <a:p>
            <a:pPr marL="0" indent="0" algn="ctr">
              <a:buNone/>
            </a:pPr>
            <a:r>
              <a:rPr lang="en-US" sz="4000" b="1" dirty="0"/>
              <a:t>Thank you</a:t>
            </a:r>
          </a:p>
        </p:txBody>
      </p:sp>
    </p:spTree>
    <p:extLst>
      <p:ext uri="{BB962C8B-B14F-4D97-AF65-F5344CB8AC3E}">
        <p14:creationId xmlns:p14="http://schemas.microsoft.com/office/powerpoint/2010/main" val="11426010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1064</TotalTime>
  <Words>751</Words>
  <Application>Microsoft Office PowerPoint</Application>
  <PresentationFormat>Widescreen</PresentationFormat>
  <Paragraphs>32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Retail Sales &amp; Inventory Intelligence System using Excel, SQL and Power BI</vt:lpstr>
      <vt:lpstr>Data Cleansing and Preprocessing in Excel</vt:lpstr>
      <vt:lpstr>Data Cleansing and Preprocessing in Excel</vt:lpstr>
      <vt:lpstr>SQL – Database Management and Querying</vt:lpstr>
      <vt:lpstr>SQL – Database Management and Querying</vt:lpstr>
      <vt:lpstr>Create SQL Views for reusable insights.</vt:lpstr>
      <vt:lpstr>Power BI – Dashboard Creation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ajit venkat</dc:creator>
  <cp:lastModifiedBy>ajit venkat</cp:lastModifiedBy>
  <cp:revision>1</cp:revision>
  <dcterms:created xsi:type="dcterms:W3CDTF">2026-05-29T12:41:18Z</dcterms:created>
  <dcterms:modified xsi:type="dcterms:W3CDTF">2026-06-09T14:17:34Z</dcterms:modified>
</cp:coreProperties>
</file>